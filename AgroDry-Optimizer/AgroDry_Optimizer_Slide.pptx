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97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939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agrodry-optimizer.streamlit.ap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github.com/SamsonMayomiMatthew/industrial-energy-systems/tree/main/AgroDry-Optimiz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AGRODRY OPTIMIZER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Process Optimization &amp; Specific Energy Consumption (SEC)</a:t>
            </a:r>
            <a:endParaRPr lang="en-US" sz="1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 Platform for Industrial Batch Drying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3MTT NextGen Fellowship </a:t>
            </a:r>
            <a:r>
              <a:rPr lang="en-US" sz="1300" b="1" dirty="0" smtClean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Showcase</a:t>
            </a:r>
            <a:r>
              <a:rPr lang="en-US" sz="1300" b="1" dirty="0" smtClean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Agriculture &amp; Food Track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800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Samson Mayomi Matthew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SamsonMayomiMatthew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/industrial-energy-systems/tree/main/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AgroDry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-Optimizer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Fixed-timer batch drying leaves plants guessing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66708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Over-Drying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run past the optimal point, wasting thermal energy and degrading starch quality — pure operating cost with no benefit.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66708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24028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9718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Under-Drying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52044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stop too early. Excess moisture left in the product creates real risk of microbial spoilage during storage and transport.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66708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240280"/>
            <a:ext cx="548640" cy="548640"/>
          </a:xfrm>
          <a:prstGeom prst="ellipse">
            <a:avLst/>
          </a:prstGeom>
          <a:solidFill>
            <a:srgbClr val="3E7C59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66760" y="29718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Real-Time Visibility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352044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can't see how a batch is trending mid-process — problems are only caught after the fact, when it's too late to correct cheaply.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hurts plant profitability and food safety — and hits small/mid-scale agribusinesses hardest, since they can't afford proprietary sensor suites.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AgroDry Optimizer  ·  3MTT NextGen Fellowship — Agriculture &amp; Food Track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physics-informed ML pipeline that predicts before a batch finishes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AgroDry Optimizer replaces fixed-timer schedules with live prediction. By analyzing ambient conditions, batch mass, and system telemetry, it forecasts Final Moisture Content (%) and Specific Energy Consumption (kWh/ton) in real time — giving operators clear, prescriptive guidance to adjust parameters dynamically instead of reacting after a batch is already off-spec.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246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Telemetry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840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· Humidity · Mass · Airflow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17520" y="34747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37560" y="30632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3246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Pipeline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3840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 preprocessing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06440" y="34747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26480" y="30632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3246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Optimization Engine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3840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— Moisture &amp; SEC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95360" y="34747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915400" y="30632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3E7C59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3246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Dashboard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52560" y="3840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charts + prescriptive advice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deployment:  agrodry-optimizer.streamlit.app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4864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53675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predictions as inputs change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35040" y="54864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291072" y="53675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Prescriptive, actionable operator guidance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9436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58247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trajectory forecast vs. spec band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035040" y="59436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6291072" y="58247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validated on held-out test data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AgroDry Optimizer  ·  3MTT NextGen Fellowship — Agriculture &amp; Food Track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—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and interactive at agrodry-optimizer.streamlit.app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5156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67080">
                <a:alpha val="20000"/>
              </a:srgbClr>
            </a:outerShdw>
          </a:effectLst>
        </p:spPr>
      </p:sp>
      <p:pic>
        <p:nvPicPr>
          <p:cNvPr id="5" name="Image 0" descr="assets/shot1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37360"/>
            <a:ext cx="10149840" cy="1572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8404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see the platform's purpose at a glance — a single-screen decision-support tool, not a raw data dump.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2468880" cy="502920"/>
          </a:xfrm>
          <a:prstGeom prst="roundRect">
            <a:avLst>
              <a:gd name="adj" fmla="val 50909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572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 UI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66160" y="4572000"/>
            <a:ext cx="2468880" cy="502920"/>
          </a:xfrm>
          <a:prstGeom prst="roundRect">
            <a:avLst>
              <a:gd name="adj" fmla="val 50909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66160" y="4572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recalculation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09360" y="4572000"/>
            <a:ext cx="2468880" cy="502920"/>
          </a:xfrm>
          <a:prstGeom prst="roundRect">
            <a:avLst>
              <a:gd name="adj" fmla="val 50909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4572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Single-screen operator view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AgroDry Optimizer  ·  3MTT NextGen Fellowship — Agriculture &amp; Food Track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KPI Predictions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predictions recompute instantly as an operator adjusts telemetry inputs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67080">
                <a:alpha val="20000"/>
              </a:srgbClr>
            </a:outerShdw>
          </a:effectLst>
        </p:spPr>
      </p:sp>
      <p:pic>
        <p:nvPicPr>
          <p:cNvPr id="5" name="Image 0" descr="assets/shot2_kp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10698480" cy="1234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34290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3429000"/>
            <a:ext cx="73152" cy="1600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566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Final Moisture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Forecasted % moisture at batch completion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83280" y="34290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280" y="3429000"/>
            <a:ext cx="73152" cy="1600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3566160" y="3566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Energy (SEC)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566160" y="41605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 consumed per ton processed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17920" y="34290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17920" y="3429000"/>
            <a:ext cx="73152" cy="1600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3566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Quality Risk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0" y="41605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Traffic-light spec-compliance rating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052560" y="34290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52560" y="3429000"/>
            <a:ext cx="73152" cy="1600200"/>
          </a:xfrm>
          <a:prstGeom prst="rect">
            <a:avLst/>
          </a:prstGeom>
          <a:solidFill>
            <a:srgbClr val="3E7C59"/>
          </a:solidFill>
          <a:ln/>
        </p:spPr>
      </p:sp>
      <p:sp>
        <p:nvSpPr>
          <p:cNvPr id="20" name="Text 17"/>
          <p:cNvSpPr/>
          <p:nvPr/>
        </p:nvSpPr>
        <p:spPr>
          <a:xfrm>
            <a:off x="9235440" y="3566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Time to Target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235440" y="41605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remaining to hit spec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same four numbers are what an operator on the plant floor would check before deciding whether to intervene.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AgroDry Optimizer  ·  3MTT NextGen Fellowship — Agriculture &amp; Food Track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&amp; Prescriptive Advice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trajectory chart shows where a batch is heading; the advice panel says exactly what to do about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67080">
                <a:alpha val="20000"/>
              </a:srgbClr>
            </a:outerShdw>
          </a:effectLst>
        </p:spPr>
      </p:sp>
      <p:pic>
        <p:nvPicPr>
          <p:cNvPr id="5" name="Image 0" descr="assets/shot3_chart_adv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10698480" cy="3794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AgroDry Optimizer  ·  3MTT NextGen Fellowship — Agriculture &amp; Food Track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Operator 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telemetry sidebar on the left, live predictions and guidance on the right — one screen, no training required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6708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AgroDry Optimizer  ·  3MTT NextGen Fellowship — Agriculture &amp; Food Track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8" name="screen-record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8640" y="1473071"/>
            <a:ext cx="11155680" cy="465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14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Validation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UI — the predictions are backed by measured, held-out accuracy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4663440" cy="2286000"/>
          </a:xfrm>
          <a:prstGeom prst="roundRect">
            <a:avLst>
              <a:gd name="adj" fmla="val 4000"/>
            </a:avLst>
          </a:prstGeom>
          <a:solidFill>
            <a:srgbClr val="1238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Moisture 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143000" y="3429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on held-out test 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3794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1.53 pp RMSE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920240"/>
            <a:ext cx="4663440" cy="2286000"/>
          </a:xfrm>
          <a:prstGeom prst="roundRect">
            <a:avLst>
              <a:gd name="adj" fmla="val 4000"/>
            </a:avLst>
          </a:prstGeom>
          <a:solidFill>
            <a:srgbClr val="1238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3640" y="25146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263640" y="3429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on held-out test set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3794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8.57 kWh/t RMSE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 1,200-sample physics-informed synthetic dataset (real proprietary plant telemetry isn't publicly available), split 80/20. Both models are evaluated on the 20% the model never saw during training — so these numbers reflect genuine generalization, not training fit.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623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the app: see the “📈 Model Performance” panel in the sidebar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AgroDry Optimizer  ·  3MTT NextGen Fellowship — Agriculture &amp; Food Track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replacing fixed timers with prediction is worth to a plant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4F7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18.4%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Specific Energy Consumption vs. un-optimized baseline (210 kWh/ton)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92024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4F7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10312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3E7C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0" y="31089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quality-defect variance by holding moisture within the 10-14% spec band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4F7F6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210312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321040" y="31089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throughput boost from eliminating fixed-timer idle bottlenecks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B2B3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70916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most: small and mid-scale agribusinesses running cassava, grain, or similar batch drying — operations that can't afford expensive proprietary sensor systems, but can run this on a laptop.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AgroDry Optimizer  ·  3MTT NextGen Fellowship — Agriculture &amp; Food Track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AgroDry Optimizer — built for the 3MTT </a:t>
            </a:r>
            <a:r>
              <a:rPr lang="en-US" sz="15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NextGen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Fellowship Knowledge Showcase,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&amp; Food Track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1089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3063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34015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file"/>
              </a:rPr>
              <a:t>agrodry-optimizer.streamlit.app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38862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3840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41788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file"/>
              </a:rPr>
              <a:t>github.com/</a:t>
            </a:r>
            <a:r>
              <a:rPr lang="en-US" sz="14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file"/>
              </a:rPr>
              <a:t>SamsonMayomiMatthew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file"/>
              </a:rPr>
              <a:t>/industrial-energy-systems/tree/main/</a:t>
            </a:r>
            <a:r>
              <a:rPr lang="en-US" sz="14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file"/>
              </a:rPr>
              <a:t>AgroDry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file"/>
              </a:rPr>
              <a:t>-Optimizer</a:t>
            </a:r>
            <a:endParaRPr lang="en-US" sz="1400" dirty="0" smtClean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Samson Mayomi Matthew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61081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Python, Scikit-Learn, Streamlit &amp; Plotly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755</Words>
  <Application>Microsoft Office PowerPoint</Application>
  <PresentationFormat>Widescreen</PresentationFormat>
  <Paragraphs>113</Paragraphs>
  <Slides>10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7</cp:revision>
  <dcterms:created xsi:type="dcterms:W3CDTF">2026-07-22T08:01:36Z</dcterms:created>
  <dcterms:modified xsi:type="dcterms:W3CDTF">2026-07-22T08:57:57Z</dcterms:modified>
</cp:coreProperties>
</file>